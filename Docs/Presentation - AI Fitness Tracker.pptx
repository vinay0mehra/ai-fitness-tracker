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3E50"/>
                </a:solidFill>
              </a:rPr>
              <a:t>AI Fitness Tracker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495E"/>
                </a:solidFill>
              </a:rPr>
              <a:t>Developed By: Vinay Mehra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4495E"/>
                </a:solidFill>
              </a:rPr>
              <a:t>Roll No.: 2023078098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This project is an AI Fitness Tracker designed using Next.js, Tailwind CSS, Supabase, and Google Gemini AI.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It helps users manage their fitness journey efficiently, visualize caloric intake, and maintain records.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The application also includes authentication, AI image analysis for food, charts, and a robust dashboard.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Motivation: Enhancing Health Logging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To build a functional tool for everyday health management.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To utilize Google Gemini AI for automated calorie estimation from food images.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To build an advanced full-stack application leveraging a PostgreSQL DB and modern React routing.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To simplify the process of fitness and nutrition tracking.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Key Next.js Concepts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App Router: Provides structured routing and Server Components capability.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Server Actions: Handles backend logic seamlessly within React.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React Framework: Enhances performance and user experience.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Key Tailwind CSS Concepts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Utility-First Styling: Accelerates modern, responsive UI design.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Dark Mode / Theming: Enhances user comfort and engagement.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ShadCN Components: Clean, accessible pre-built UI components.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Key Supabase Concepts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Authentication: Secure sign-up, sign-in, and protected routes.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PostgreSQL Database: Robust, relational data handling and Row Level Security.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Edge Functions: Custom API capabilities and background processing.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Google Gemini AI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Vision API: Analyzes images of meals and identifies food items.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Nutritional Analysis: Calculates macronutrients and calorie estimates.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Automated Inputs: Reduces the burden of manual data entry.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Interactive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Visual Representation: Effective insights into daily progress and targets.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The app generates: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Daily Caloric Target vs. Consumption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Activity &amp; Workout Logging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Real-time dashboard graphical updates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Core Functionality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Next.js Page structure &amp; App Routing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Authentication &amp; Protected Routes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AI Image Upload &amp; Food Logging Interface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Dashboard visualizing goals vs actual stats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UI Design for Enhanced Usability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Next/Tailwind UI Highlights: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Premium Glassmorphism UI &amp; Gradients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Accessible Form Inputs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Comprehensive Navigation bar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Mobile-responsive layout for on-the-go tracking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Backend Functionality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Key Server Workflows: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authenticateUser(): Managing sessions via Supabase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uploadFoodImage(): Storing images securely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analyzeImageWithGemini(): Extracting calories and metadata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fetchDailyStats(): Aggregating database records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3E50"/>
                </a:solidFill>
              </a:rPr>
              <a:t>AI Fitness Tracker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495E"/>
                </a:solidFill>
              </a:rPr>
              <a:t>User-Friendly Health Management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4495E"/>
                </a:solidFill>
              </a:rPr>
              <a:t>November 2025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Functionality Flowchart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Visualizing the Workflow of the AI Fitness Tracker: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1. User registers or logs in via Supabase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2. User uploads an image of their meal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3. Gemini computes calories and macronutrients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4. Supabase stores the calculated record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5. Dashboard fetches and displays data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Our development methodology includes: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Planning frontend design with Tailwind CSS and ShadCN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Configuring Supabase authentication and database schemas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Integrating Gemini Vision for automated logging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Ensuring responsive design for mobile devices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- Testing API interactions and real-time reflections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Challenges in Development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Handling image upload latencies with Gemini API.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Configuring complex Supabase Row-Level Security (RLS) policies.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Mapping unstructured AI output consistently to DB schema.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Ensuring Server Actions trigger UI refreshes accurately.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Innovative Solutions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Used Optimistic UI updates to mask API latency.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Adopted strict JSON strict prompt engineering for Gemini.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Applied safe and reusable React hook strategies.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Utilized caching using Next.js specific functions for performance.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Future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Social collaboration features and leaderboards.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Smartwatch (WearOS / Apple Watch) Integration.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Personalized Workout and Meal plan generators using AI.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Integration with external APIs like MyFitnessPal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The project demonstrates effectively combining frontend components (Next.js/Tailwind) with Backend-as-a-Service (Supabase) and AI.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Provides a functional, modern health tool leveraging Computer Vision for daily use.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Strengthened advanced web development, API interaction, and architecture skills.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3E50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495E"/>
                </a:solidFill>
              </a:rPr>
              <a:t>www.github.com/vinay0mehra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4495E"/>
                </a:solidFill>
              </a:rPr>
              <a:t>vm503148@gmail.com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4495E"/>
                </a:solidFill>
              </a:rPr>
              <a:t>CSE-B 5th Sem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4495E"/>
                </a:solidFill>
              </a:rPr>
              <a:t>AI Fitness Tracker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SIET, Nilokheri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Fitness Tracker Presentation</dc:title>
  <dc:subject>PptxGenJS Presentation</dc:subject>
  <dc:creator>Vinay Mehra</dc:creator>
  <cp:lastModifiedBy>Vinay Mehra</cp:lastModifiedBy>
  <cp:revision>1</cp:revision>
  <dcterms:created xsi:type="dcterms:W3CDTF">2026-04-21T04:47:25Z</dcterms:created>
  <dcterms:modified xsi:type="dcterms:W3CDTF">2026-04-21T04:47:25Z</dcterms:modified>
</cp:coreProperties>
</file>